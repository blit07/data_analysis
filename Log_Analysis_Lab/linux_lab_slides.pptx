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9525">
            <a:solidFill>
              <a:srgbClr val="1A29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9525">
            <a:solidFill>
              <a:srgbClr val="1A29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9525">
            <a:solidFill>
              <a:srgbClr val="1A29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9525">
            <a:solidFill>
              <a:srgbClr val="1A29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9525">
            <a:solidFill>
              <a:srgbClr val="1A29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9525">
            <a:solidFill>
              <a:srgbClr val="1A29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9525">
            <a:solidFill>
              <a:srgbClr val="1A29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9525">
            <a:solidFill>
              <a:srgbClr val="1A29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9525">
            <a:solidFill>
              <a:srgbClr val="1A29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9525">
            <a:solidFill>
              <a:srgbClr val="1A29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9525">
            <a:solidFill>
              <a:srgbClr val="1A29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9525">
            <a:solidFill>
              <a:srgbClr val="1A29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9525">
            <a:solidFill>
              <a:srgbClr val="1A29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9525">
            <a:solidFill>
              <a:srgbClr val="1A29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9525">
            <a:solidFill>
              <a:srgbClr val="1A29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9525">
            <a:solidFill>
              <a:srgbClr val="1A29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1188720"/>
            <a:ext cx="5943600" cy="2743200"/>
          </a:xfrm>
          <a:prstGeom prst="rect">
            <a:avLst/>
          </a:prstGeom>
          <a:solidFill>
            <a:srgbClr val="0D2035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005840"/>
            <a:ext cx="1920240" cy="19202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IV CYBER SECURITY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0080" y="17830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Log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Lab</a:t>
            </a:r>
            <a:endParaRPr lang="en-US" sz="4200" dirty="0"/>
          </a:p>
        </p:txBody>
      </p:sp>
      <p:sp>
        <p:nvSpPr>
          <p:cNvPr id="23" name="Text 20"/>
          <p:cNvSpPr/>
          <p:nvPr/>
        </p:nvSpPr>
        <p:spPr>
          <a:xfrm>
            <a:off x="64008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a Multi-Stage Cyber Attack with journalctl &amp; auditd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1120"/>
          </a:solidFill>
          <a:ln/>
        </p:spPr>
      </p:sp>
      <p:sp>
        <p:nvSpPr>
          <p:cNvPr id="25" name="Text 22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almaserver01  •  Kali Linux  •  CloudLabs / Hyper-V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75488" cy="475488"/>
          </a:xfrm>
          <a:prstGeom prst="rect">
            <a:avLst/>
          </a:prstGeom>
          <a:solidFill>
            <a:srgbClr val="243450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978408"/>
            <a:ext cx="338328" cy="3383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86968" y="914400"/>
            <a:ext cx="7955280" cy="475488"/>
          </a:xfrm>
          <a:prstGeom prst="rect">
            <a:avLst/>
          </a:prstGeom>
          <a:solidFill>
            <a:srgbClr val="1A29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6968" y="914400"/>
            <a:ext cx="54864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950976"/>
            <a:ext cx="7635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journalctl to filter, search and correlate log entries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authentication events are captured in the systemd journal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" y="1709928"/>
            <a:ext cx="475488" cy="475488"/>
          </a:xfrm>
          <a:prstGeom prst="rect">
            <a:avLst/>
          </a:prstGeom>
          <a:solidFill>
            <a:srgbClr val="243450"/>
          </a:solidFill>
          <a:ln w="19050">
            <a:solidFill>
              <a:srgbClr val="F4A26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773936"/>
            <a:ext cx="338328" cy="33832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86968" y="1709928"/>
            <a:ext cx="7955280" cy="475488"/>
          </a:xfrm>
          <a:prstGeom prst="rect">
            <a:avLst/>
          </a:prstGeom>
          <a:solidFill>
            <a:srgbClr val="1A29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86968" y="1709928"/>
            <a:ext cx="54864" cy="47548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9"/>
          <p:cNvSpPr/>
          <p:nvPr/>
        </p:nvSpPr>
        <p:spPr>
          <a:xfrm>
            <a:off x="1051560" y="1746504"/>
            <a:ext cx="7635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brute-force patterns from sequential 'Failed password' entries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targeted credential attacks from random scanning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20040" y="2505456"/>
            <a:ext cx="475488" cy="475488"/>
          </a:xfrm>
          <a:prstGeom prst="rect">
            <a:avLst/>
          </a:prstGeom>
          <a:solidFill>
            <a:srgbClr val="243450"/>
          </a:solidFill>
          <a:ln w="19050">
            <a:solidFill>
              <a:srgbClr val="48CAE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569464"/>
            <a:ext cx="338328" cy="33832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86968" y="2505456"/>
            <a:ext cx="7955280" cy="475488"/>
          </a:xfrm>
          <a:prstGeom prst="rect">
            <a:avLst/>
          </a:prstGeom>
          <a:solidFill>
            <a:srgbClr val="1A29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86968" y="2505456"/>
            <a:ext cx="54864" cy="475488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18" name="Text 13"/>
          <p:cNvSpPr/>
          <p:nvPr/>
        </p:nvSpPr>
        <p:spPr>
          <a:xfrm>
            <a:off x="1051560" y="2542032"/>
            <a:ext cx="7635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an attacker's path from initial access through privilege escalation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sudo log fields: TTY, USER, COMMAND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320040" y="3300984"/>
            <a:ext cx="475488" cy="475488"/>
          </a:xfrm>
          <a:prstGeom prst="rect">
            <a:avLst/>
          </a:prstGeom>
          <a:solidFill>
            <a:srgbClr val="243450"/>
          </a:solidFill>
          <a:ln w="19050">
            <a:solidFill>
              <a:srgbClr val="E6394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364992"/>
            <a:ext cx="338328" cy="33832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86968" y="3300984"/>
            <a:ext cx="7955280" cy="475488"/>
          </a:xfrm>
          <a:prstGeom prst="rect">
            <a:avLst/>
          </a:prstGeom>
          <a:solidFill>
            <a:srgbClr val="1A29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86968" y="3300984"/>
            <a:ext cx="54864" cy="47548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3" name="Text 17"/>
          <p:cNvSpPr/>
          <p:nvPr/>
        </p:nvSpPr>
        <p:spPr>
          <a:xfrm>
            <a:off x="1051560" y="3337560"/>
            <a:ext cx="7635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persistence mechanisms — backdoor accounts, wheel group, cron jobs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/tmp scripts and non-sequential UIDs are red flags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20040" y="4096512"/>
            <a:ext cx="475488" cy="475488"/>
          </a:xfrm>
          <a:prstGeom prst="rect">
            <a:avLst/>
          </a:prstGeom>
          <a:solidFill>
            <a:srgbClr val="243450"/>
          </a:solidFill>
          <a:ln w="19050">
            <a:solidFill>
              <a:srgbClr val="FFD16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160520"/>
            <a:ext cx="338328" cy="338328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886968" y="4096512"/>
            <a:ext cx="7955280" cy="475488"/>
          </a:xfrm>
          <a:prstGeom prst="rect">
            <a:avLst/>
          </a:prstGeom>
          <a:solidFill>
            <a:srgbClr val="1A29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886968" y="409651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8" name="Text 21"/>
          <p:cNvSpPr/>
          <p:nvPr/>
        </p:nvSpPr>
        <p:spPr>
          <a:xfrm>
            <a:off x="1051560" y="4133088"/>
            <a:ext cx="7635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sshd journal evidence with auditd syscall records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auditd adds that SSH logs alone cannot provide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71120"/>
          </a:solidFill>
          <a:ln/>
        </p:spPr>
      </p:sp>
      <p:sp>
        <p:nvSpPr>
          <p:cNvPr id="30" name="Text 23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IV in Cyber Security  —  Linux Log Analysis Lab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6400800" y="4846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0408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VMs — one attacker, one target — connected via Hyper-V Internal Switch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560320" cy="2560320"/>
          </a:xfrm>
          <a:prstGeom prst="rect">
            <a:avLst/>
          </a:prstGeom>
          <a:solidFill>
            <a:srgbClr val="1A2940"/>
          </a:solidFill>
          <a:ln w="254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56032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80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737360"/>
            <a:ext cx="822960" cy="822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606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
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192.168.10.101
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attack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script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08960" y="1828800"/>
            <a:ext cx="2926080" cy="1463040"/>
          </a:xfrm>
          <a:prstGeom prst="rect">
            <a:avLst/>
          </a:prstGeom>
          <a:solidFill>
            <a:srgbClr val="071528"/>
          </a:solidFill>
          <a:ln w="12700">
            <a:solidFill>
              <a:srgbClr val="1A29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08960" y="1874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Hyper-V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Switch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83280" y="2651760"/>
            <a:ext cx="237744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3280" y="2651760"/>
            <a:ext cx="0" cy="-22860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83280" y="2651760"/>
            <a:ext cx="0" cy="22860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2651760"/>
            <a:ext cx="0" cy="-22860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60720" y="2651760"/>
            <a:ext cx="0" cy="22860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8328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 •  SCP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17920" y="1280160"/>
            <a:ext cx="2560320" cy="2560320"/>
          </a:xfrm>
          <a:prstGeom prst="rect">
            <a:avLst/>
          </a:prstGeom>
          <a:solidFill>
            <a:srgbClr val="1A2940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17920" y="1280160"/>
            <a:ext cx="2560320" cy="34747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20" name="Text 17"/>
          <p:cNvSpPr/>
          <p:nvPr/>
        </p:nvSpPr>
        <p:spPr>
          <a:xfrm>
            <a:off x="6217920" y="1280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737360"/>
            <a:ext cx="822960" cy="8229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309360" y="2606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 Linux 9
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192.168.10.100
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investigate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logs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20040" y="4023360"/>
            <a:ext cx="8503920" cy="640080"/>
          </a:xfrm>
          <a:prstGeom prst="rect">
            <a:avLst/>
          </a:prstGeom>
          <a:solidFill>
            <a:srgbClr val="071528"/>
          </a:solidFill>
          <a:ln w="12700">
            <a:solidFill>
              <a:srgbClr val="1A294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7200" y="4133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CloudLabs Host:  Windows Server 2019  •  32 GB RAM  •  Hyper-V (nested virtualisation)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71120"/>
          </a:solidFill>
          <a:ln/>
        </p:spPr>
      </p:sp>
      <p:sp>
        <p:nvSpPr>
          <p:cNvPr id="26" name="Text 22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IV in Cyber Security  —  Linux Log Analysis Lab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400800" y="4846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 Kill Chain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67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phases — each leaves distinct evidence in the logs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822960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" y="1005840"/>
            <a:ext cx="1042416" cy="548640"/>
          </a:xfrm>
          <a:prstGeom prst="rect">
            <a:avLst/>
          </a:prstGeom>
          <a:solidFill>
            <a:srgbClr val="243450"/>
          </a:solidFill>
          <a:ln w="25400">
            <a:solidFill>
              <a:srgbClr val="3344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00584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4088" y="2505456"/>
            <a:ext cx="237744" cy="237744"/>
          </a:xfrm>
          <a:prstGeom prst="rect">
            <a:avLst/>
          </a:prstGeom>
          <a:solidFill>
            <a:srgbClr val="334466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" y="2880360"/>
            <a:ext cx="1042416" cy="1508760"/>
          </a:xfrm>
          <a:prstGeom prst="rect">
            <a:avLst/>
          </a:prstGeom>
          <a:solidFill>
            <a:srgbClr val="1A29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" y="2880360"/>
            <a:ext cx="1042416" cy="45720"/>
          </a:xfrm>
          <a:prstGeom prst="rect">
            <a:avLst/>
          </a:prstGeom>
          <a:solidFill>
            <a:srgbClr val="334466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95351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36301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scan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40965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399032" y="1005840"/>
            <a:ext cx="1042416" cy="548640"/>
          </a:xfrm>
          <a:prstGeom prst="rect">
            <a:avLst/>
          </a:prstGeom>
          <a:solidFill>
            <a:srgbClr val="F4A261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99032" y="100584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801368" y="2505456"/>
            <a:ext cx="237744" cy="237744"/>
          </a:xfrm>
          <a:prstGeom prst="rect">
            <a:avLst/>
          </a:prstGeom>
          <a:solidFill>
            <a:srgbClr val="F4A261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99032" y="2880360"/>
            <a:ext cx="1042416" cy="1508760"/>
          </a:xfrm>
          <a:prstGeom prst="rect">
            <a:avLst/>
          </a:prstGeom>
          <a:solidFill>
            <a:srgbClr val="1A29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99032" y="2880360"/>
            <a:ext cx="1042416" cy="457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1417320" y="295351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17320" y="36301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jsmith (5 tries)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417320" y="40965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T1110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496312" y="1005840"/>
            <a:ext cx="1042416" cy="548640"/>
          </a:xfrm>
          <a:prstGeom prst="rect">
            <a:avLst/>
          </a:prstGeom>
          <a:solidFill>
            <a:srgbClr val="FFD166"/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96312" y="100584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898648" y="2505456"/>
            <a:ext cx="237744" cy="237744"/>
          </a:xfrm>
          <a:prstGeom prst="rect">
            <a:avLst/>
          </a:prstGeom>
          <a:solidFill>
            <a:srgbClr val="FFD166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96312" y="2880360"/>
            <a:ext cx="1042416" cy="1508760"/>
          </a:xfrm>
          <a:prstGeom prst="rect">
            <a:avLst/>
          </a:prstGeom>
          <a:solidFill>
            <a:srgbClr val="1A29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96312" y="2880360"/>
            <a:ext cx="1042416" cy="457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7" name="Text 25"/>
          <p:cNvSpPr/>
          <p:nvPr/>
        </p:nvSpPr>
        <p:spPr>
          <a:xfrm>
            <a:off x="2514600" y="295351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Foothold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14600" y="36301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/etc/passwd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514600" y="40965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T1087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593592" y="1005840"/>
            <a:ext cx="1042416" cy="548640"/>
          </a:xfrm>
          <a:prstGeom prst="rect">
            <a:avLst/>
          </a:prstGeom>
          <a:solidFill>
            <a:srgbClr val="F4A261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93592" y="100584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995928" y="2505456"/>
            <a:ext cx="237744" cy="237744"/>
          </a:xfrm>
          <a:prstGeom prst="rect">
            <a:avLst/>
          </a:prstGeom>
          <a:solidFill>
            <a:srgbClr val="F4A261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93592" y="2880360"/>
            <a:ext cx="1042416" cy="1508760"/>
          </a:xfrm>
          <a:prstGeom prst="rect">
            <a:avLst/>
          </a:prstGeom>
          <a:solidFill>
            <a:srgbClr val="1A29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93592" y="2880360"/>
            <a:ext cx="1042416" cy="457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5" name="Text 33"/>
          <p:cNvSpPr/>
          <p:nvPr/>
        </p:nvSpPr>
        <p:spPr>
          <a:xfrm>
            <a:off x="3611880" y="295351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11880" y="36301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labadmin (11 tries)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11880" y="40965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T1110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690872" y="1005840"/>
            <a:ext cx="1042416" cy="548640"/>
          </a:xfrm>
          <a:prstGeom prst="rect">
            <a:avLst/>
          </a:prstGeom>
          <a:solidFill>
            <a:srgbClr val="E63946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90872" y="100584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093208" y="2505456"/>
            <a:ext cx="237744" cy="237744"/>
          </a:xfrm>
          <a:prstGeom prst="rect">
            <a:avLst/>
          </a:prstGeom>
          <a:solidFill>
            <a:srgbClr val="E63946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90872" y="2880360"/>
            <a:ext cx="1042416" cy="1508760"/>
          </a:xfrm>
          <a:prstGeom prst="rect">
            <a:avLst/>
          </a:prstGeom>
          <a:solidFill>
            <a:srgbClr val="1A29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90872" y="2880360"/>
            <a:ext cx="1042416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3" name="Text 41"/>
          <p:cNvSpPr/>
          <p:nvPr/>
        </p:nvSpPr>
        <p:spPr>
          <a:xfrm>
            <a:off x="4709160" y="295351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09160" y="36301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labadmin login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09160" y="40965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T1078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788152" y="1005840"/>
            <a:ext cx="1042416" cy="548640"/>
          </a:xfrm>
          <a:prstGeom prst="rect">
            <a:avLst/>
          </a:prstGeom>
          <a:solidFill>
            <a:srgbClr val="E63946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88152" y="100584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90488" y="2505456"/>
            <a:ext cx="237744" cy="237744"/>
          </a:xfrm>
          <a:prstGeom prst="rect">
            <a:avLst/>
          </a:prstGeom>
          <a:solidFill>
            <a:srgbClr val="E63946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88152" y="2880360"/>
            <a:ext cx="1042416" cy="1508760"/>
          </a:xfrm>
          <a:prstGeom prst="rect">
            <a:avLst/>
          </a:prstGeom>
          <a:solidFill>
            <a:srgbClr val="1A29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88152" y="2880360"/>
            <a:ext cx="1042416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1" name="Text 49"/>
          <p:cNvSpPr/>
          <p:nvPr/>
        </p:nvSpPr>
        <p:spPr>
          <a:xfrm>
            <a:off x="5806440" y="295351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806440" y="36301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/bin/bash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806440" y="40965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T1548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885432" y="1005840"/>
            <a:ext cx="1042416" cy="548640"/>
          </a:xfrm>
          <a:prstGeom prst="rect">
            <a:avLst/>
          </a:prstGeom>
          <a:solidFill>
            <a:srgbClr val="8B1FCF"/>
          </a:solidFill>
          <a:ln w="25400">
            <a:solidFill>
              <a:srgbClr val="C040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85432" y="100584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287768" y="2505456"/>
            <a:ext cx="237744" cy="237744"/>
          </a:xfrm>
          <a:prstGeom prst="rect">
            <a:avLst/>
          </a:prstGeom>
          <a:solidFill>
            <a:srgbClr val="C040D0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85432" y="2880360"/>
            <a:ext cx="1042416" cy="1508760"/>
          </a:xfrm>
          <a:prstGeom prst="rect">
            <a:avLst/>
          </a:prstGeom>
          <a:solidFill>
            <a:srgbClr val="1A29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85432" y="2880360"/>
            <a:ext cx="1042416" cy="45720"/>
          </a:xfrm>
          <a:prstGeom prst="rect">
            <a:avLst/>
          </a:prstGeom>
          <a:solidFill>
            <a:srgbClr val="C040D0"/>
          </a:solidFill>
          <a:ln/>
        </p:spPr>
      </p:sp>
      <p:sp>
        <p:nvSpPr>
          <p:cNvPr id="59" name="Text 57"/>
          <p:cNvSpPr/>
          <p:nvPr/>
        </p:nvSpPr>
        <p:spPr>
          <a:xfrm>
            <a:off x="6903720" y="295351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903720" y="36301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 + cron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903720" y="40965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T1136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982712" y="1005840"/>
            <a:ext cx="1042416" cy="548640"/>
          </a:xfrm>
          <a:prstGeom prst="rect">
            <a:avLst/>
          </a:prstGeom>
          <a:solidFill>
            <a:srgbClr val="8B1FCF"/>
          </a:solidFill>
          <a:ln w="25400">
            <a:solidFill>
              <a:srgbClr val="C040D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82712" y="100584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385048" y="2505456"/>
            <a:ext cx="237744" cy="237744"/>
          </a:xfrm>
          <a:prstGeom prst="rect">
            <a:avLst/>
          </a:prstGeom>
          <a:solidFill>
            <a:srgbClr val="C040D0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982712" y="2880360"/>
            <a:ext cx="1042416" cy="1508760"/>
          </a:xfrm>
          <a:prstGeom prst="rect">
            <a:avLst/>
          </a:prstGeom>
          <a:solidFill>
            <a:srgbClr val="1A29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982712" y="2880360"/>
            <a:ext cx="1042416" cy="45720"/>
          </a:xfrm>
          <a:prstGeom prst="rect">
            <a:avLst/>
          </a:prstGeom>
          <a:solidFill>
            <a:srgbClr val="C040D0"/>
          </a:solidFill>
          <a:ln/>
        </p:spPr>
      </p:sp>
      <p:sp>
        <p:nvSpPr>
          <p:cNvPr id="67" name="Text 65"/>
          <p:cNvSpPr/>
          <p:nvPr/>
        </p:nvSpPr>
        <p:spPr>
          <a:xfrm>
            <a:off x="8001000" y="295351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001000" y="36301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 4 files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8001000" y="40965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T1048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71120"/>
          </a:solidFill>
          <a:ln/>
        </p:spPr>
      </p:sp>
      <p:sp>
        <p:nvSpPr>
          <p:cNvPr id="71" name="Text 69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IV in Cyber Security  —  Linux Log Analysis Lab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400800" y="4846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Chain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1645920" cy="2560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 &amp; 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Attack &amp; Foothold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5029200" cy="3291840"/>
          </a:xfrm>
          <a:prstGeom prst="rect">
            <a:avLst/>
          </a:prstGeom>
          <a:solidFill>
            <a:srgbClr val="1A29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247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OUTPUT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4919472" cy="2834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508760"/>
            <a:ext cx="47000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journalctl | grep 'jsmith'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sshd-session[310]: Failed password for jsmith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192.168.0.107 port 44201 ssh2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sshd-session[311]: Failed password for jsmith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192.168.0.107 port 44202 ssh2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sshd-session[312]: Failed password for jsmith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192.168.0.107 port 44203 ssh2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sshd-session[313]: Failed password for jsmith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192.168.0.107 port 44204 ssh2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sshd-session[314]: Accepted password for jsmith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192.168.0.107 port 44205 ssh2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0" y="1078992"/>
            <a:ext cx="3383280" cy="713232"/>
          </a:xfrm>
          <a:prstGeom prst="rect">
            <a:avLst/>
          </a:prstGeom>
          <a:solidFill>
            <a:srgbClr val="1A2940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0" y="1078992"/>
            <a:ext cx="64008" cy="7132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5623560" y="115214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username every attempt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attack — attacker knows jsmith exists (OSINT)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0" y="1883664"/>
            <a:ext cx="3383280" cy="713232"/>
          </a:xfrm>
          <a:prstGeom prst="rect">
            <a:avLst/>
          </a:prstGeom>
          <a:solidFill>
            <a:srgbClr val="1A2940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1883664"/>
            <a:ext cx="64008" cy="71323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5" name="Text 13"/>
          <p:cNvSpPr/>
          <p:nvPr/>
        </p:nvSpPr>
        <p:spPr>
          <a:xfrm>
            <a:off x="5623560" y="195681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Incrementing ports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automated attempts, not manual logins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0" y="2688336"/>
            <a:ext cx="3383280" cy="713232"/>
          </a:xfrm>
          <a:prstGeom prst="rect">
            <a:avLst/>
          </a:prstGeom>
          <a:solidFill>
            <a:srgbClr val="1A2940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2688336"/>
            <a:ext cx="64008" cy="71323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5623560" y="27614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'invalid user' message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jsmith exists on this system — valid account targeted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0" y="3493008"/>
            <a:ext cx="3383280" cy="713232"/>
          </a:xfrm>
          <a:prstGeom prst="rect">
            <a:avLst/>
          </a:prstGeom>
          <a:solidFill>
            <a:srgbClr val="1A2940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0" y="3493008"/>
            <a:ext cx="64008" cy="7132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1" name="Text 19"/>
          <p:cNvSpPr/>
          <p:nvPr/>
        </p:nvSpPr>
        <p:spPr>
          <a:xfrm>
            <a:off x="5623560" y="35661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on 5th attempt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Password123 discovered — session begins immediately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7112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IV in Cyber Security  —  Linux Log Analysis Lab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4846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1–2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1645920" cy="2560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3–5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 &amp; Privilege Escalation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114800" cy="1783080"/>
          </a:xfrm>
          <a:prstGeom prst="rect">
            <a:avLst/>
          </a:prstGeom>
          <a:solidFill>
            <a:srgbClr val="1A29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155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 INDICATOR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402336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463040"/>
            <a:ext cx="3803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journalctl | grep 'Accepted password'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sshd-session: Accepted password for jsmith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192.168.0.107 port 44205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... 12 minutes later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sshd-session: Accepted password for labadmin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192.168.0.107 port 45210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944368"/>
            <a:ext cx="4114800" cy="640080"/>
          </a:xfrm>
          <a:prstGeom prst="rect">
            <a:avLst/>
          </a:prstGeom>
          <a:solidFill>
            <a:srgbClr val="1A0A1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30358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IP → Two accounts → One attacker pivoting between them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078992"/>
            <a:ext cx="4297680" cy="1783080"/>
          </a:xfrm>
          <a:prstGeom prst="rect">
            <a:avLst/>
          </a:prstGeom>
          <a:solidFill>
            <a:srgbClr val="1A29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11556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17720" y="1371600"/>
            <a:ext cx="420624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1463040"/>
            <a:ext cx="3986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journalctl | grep sudo | grep COMMAND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sudo: labadmin : TTY=pts/1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USER=root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COMMAND=/bin/bash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2944368"/>
            <a:ext cx="4297680" cy="640080"/>
          </a:xfrm>
          <a:prstGeom prst="rect">
            <a:avLst/>
          </a:prstGeom>
          <a:solidFill>
            <a:srgbClr val="1A0D0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30358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COMMAND=/bin/bash opens a persistent root shell — full system control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703320"/>
            <a:ext cx="8595360" cy="1078992"/>
          </a:xfrm>
          <a:prstGeom prst="rect">
            <a:avLst/>
          </a:prstGeom>
          <a:solidFill>
            <a:srgbClr val="1A29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sudo log entry: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050792"/>
            <a:ext cx="1572768" cy="594360"/>
          </a:xfrm>
          <a:prstGeom prst="rect">
            <a:avLst/>
          </a:prstGeom>
          <a:solidFill>
            <a:srgbClr val="243450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06908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labadmin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E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ran it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048256" y="4050792"/>
            <a:ext cx="1572768" cy="594360"/>
          </a:xfrm>
          <a:prstGeom prst="rect">
            <a:avLst/>
          </a:prstGeom>
          <a:solidFill>
            <a:srgbClr val="243450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48256" y="406908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TTY=pts/1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E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interactive SSH session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30752" y="4050792"/>
            <a:ext cx="1572768" cy="594360"/>
          </a:xfrm>
          <a:prstGeom prst="rect">
            <a:avLst/>
          </a:prstGeom>
          <a:solidFill>
            <a:srgbClr val="243450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0752" y="406908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USER=root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E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escalated to root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13248" y="4050792"/>
            <a:ext cx="1572768" cy="594360"/>
          </a:xfrm>
          <a:prstGeom prst="rect">
            <a:avLst/>
          </a:prstGeom>
          <a:solidFill>
            <a:srgbClr val="243450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13248" y="406908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COMMAND=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E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 command run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095744" y="4050792"/>
            <a:ext cx="1572768" cy="594360"/>
          </a:xfrm>
          <a:prstGeom prst="rect">
            <a:avLst/>
          </a:prstGeom>
          <a:solidFill>
            <a:srgbClr val="243450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95744" y="406908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/bin/bash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E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red flag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71120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IV in Cyber Security  —  Linux Log Analysis Lab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4846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3–5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040E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1645920" cy="2560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mechanisms planted — attacker maintains access even if passwords are changed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2834640" cy="3383280"/>
          </a:xfrm>
          <a:prstGeom prst="rect">
            <a:avLst/>
          </a:prstGeom>
          <a:solidFill>
            <a:srgbClr val="1A2940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71600"/>
            <a:ext cx="2834640" cy="384048"/>
          </a:xfrm>
          <a:prstGeom prst="rect">
            <a:avLst/>
          </a:prstGeom>
          <a:solidFill>
            <a:srgbClr val="24345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2646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14081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 Account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1828800"/>
            <a:ext cx="265176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1920240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useradd[5001]: new user: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name=backdoor,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UID=1337,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GID=1337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5760" y="2834640"/>
            <a:ext cx="2651760" cy="530352"/>
          </a:xfrm>
          <a:prstGeom prst="rect">
            <a:avLst/>
          </a:prstGeom>
          <a:solidFill>
            <a:srgbClr val="24345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2834640"/>
            <a:ext cx="45720" cy="5303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" y="287121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UID=1337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Non-sequential — manually created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3456432"/>
            <a:ext cx="2651760" cy="530352"/>
          </a:xfrm>
          <a:prstGeom prst="rect">
            <a:avLst/>
          </a:prstGeom>
          <a:solidFill>
            <a:srgbClr val="24345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" y="3456432"/>
            <a:ext cx="45720" cy="5303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" y="349300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name=backdoor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name mimics system accounts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5760" y="4078224"/>
            <a:ext cx="2651760" cy="530352"/>
          </a:xfrm>
          <a:prstGeom prst="rect">
            <a:avLst/>
          </a:prstGeom>
          <a:solidFill>
            <a:srgbClr val="24345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5760" y="4078224"/>
            <a:ext cx="45720" cy="5303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" y="41148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usermod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wheel = full sudo access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18688" y="1371600"/>
            <a:ext cx="2834640" cy="3383280"/>
          </a:xfrm>
          <a:prstGeom prst="rect">
            <a:avLst/>
          </a:prstGeom>
          <a:solidFill>
            <a:srgbClr val="1A2940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18688" y="1371600"/>
            <a:ext cx="2834640" cy="384048"/>
          </a:xfrm>
          <a:prstGeom prst="rect">
            <a:avLst/>
          </a:prstGeom>
          <a:solidFill>
            <a:srgbClr val="243450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1426464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675888" y="14081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Group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3310128" y="1828800"/>
            <a:ext cx="265176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419856" y="1920240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usermod[5002]: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'backdoor'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 group 'wheel'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310128" y="2834640"/>
            <a:ext cx="2651760" cy="530352"/>
          </a:xfrm>
          <a:prstGeom prst="rect">
            <a:avLst/>
          </a:prstGeom>
          <a:solidFill>
            <a:srgbClr val="24345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310128" y="2834640"/>
            <a:ext cx="45720" cy="5303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0" name="Text 26"/>
          <p:cNvSpPr/>
          <p:nvPr/>
        </p:nvSpPr>
        <p:spPr>
          <a:xfrm>
            <a:off x="3419856" y="287121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group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 admin group — sudo access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3310128" y="3456432"/>
            <a:ext cx="2651760" cy="530352"/>
          </a:xfrm>
          <a:prstGeom prst="rect">
            <a:avLst/>
          </a:prstGeom>
          <a:solidFill>
            <a:srgbClr val="24345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310128" y="3456432"/>
            <a:ext cx="45720" cy="5303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3" name="Text 29"/>
          <p:cNvSpPr/>
          <p:nvPr/>
        </p:nvSpPr>
        <p:spPr>
          <a:xfrm>
            <a:off x="3419856" y="349300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timestamp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useradd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3310128" y="4078224"/>
            <a:ext cx="2651760" cy="530352"/>
          </a:xfrm>
          <a:prstGeom prst="rect">
            <a:avLst/>
          </a:prstGeom>
          <a:solidFill>
            <a:srgbClr val="24345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3310128" y="4078224"/>
            <a:ext cx="45720" cy="5303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6" name="Text 32"/>
          <p:cNvSpPr/>
          <p:nvPr/>
        </p:nvSpPr>
        <p:spPr>
          <a:xfrm>
            <a:off x="3419856" y="41148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 yet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usable remotely via SSH key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6163056" y="1371600"/>
            <a:ext cx="2834640" cy="3383280"/>
          </a:xfrm>
          <a:prstGeom prst="rect">
            <a:avLst/>
          </a:prstGeom>
          <a:solidFill>
            <a:srgbClr val="1A2940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6163056" y="1371600"/>
            <a:ext cx="2834640" cy="384048"/>
          </a:xfrm>
          <a:prstGeom prst="rect">
            <a:avLst/>
          </a:prstGeom>
          <a:solidFill>
            <a:srgbClr val="243450"/>
          </a:solidFill>
          <a:ln/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426464"/>
            <a:ext cx="274320" cy="27432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620256" y="14081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Persistence</a:t>
            </a:r>
            <a:endParaRPr lang="en-US" sz="1300" dirty="0"/>
          </a:p>
        </p:txBody>
      </p:sp>
      <p:sp>
        <p:nvSpPr>
          <p:cNvPr id="41" name="Shape 36"/>
          <p:cNvSpPr/>
          <p:nvPr/>
        </p:nvSpPr>
        <p:spPr>
          <a:xfrm>
            <a:off x="6254496" y="1828800"/>
            <a:ext cx="265176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364224" y="1920240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CRON[5200]: (root)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CMD (/tmp/.update.sh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 /dev/null 2&gt;&amp;1)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6254496" y="2834640"/>
            <a:ext cx="2651760" cy="530352"/>
          </a:xfrm>
          <a:prstGeom prst="rect">
            <a:avLst/>
          </a:prstGeom>
          <a:solidFill>
            <a:srgbClr val="24345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254496" y="2834640"/>
            <a:ext cx="45720" cy="5303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5" name="Text 40"/>
          <p:cNvSpPr/>
          <p:nvPr/>
        </p:nvSpPr>
        <p:spPr>
          <a:xfrm>
            <a:off x="6364224" y="287121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(root)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full system privileges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6254496" y="3456432"/>
            <a:ext cx="2651760" cy="530352"/>
          </a:xfrm>
          <a:prstGeom prst="rect">
            <a:avLst/>
          </a:prstGeom>
          <a:solidFill>
            <a:srgbClr val="24345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6254496" y="3456432"/>
            <a:ext cx="45720" cy="5303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8" name="Text 43"/>
          <p:cNvSpPr/>
          <p:nvPr/>
        </p:nvSpPr>
        <p:spPr>
          <a:xfrm>
            <a:off x="6364224" y="349300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/tmp/.update.sh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/tmp = world-writable, dot = hidden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6254496" y="4078224"/>
            <a:ext cx="2651760" cy="530352"/>
          </a:xfrm>
          <a:prstGeom prst="rect">
            <a:avLst/>
          </a:prstGeom>
          <a:solidFill>
            <a:srgbClr val="24345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6254496" y="4078224"/>
            <a:ext cx="45720" cy="5303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1" name="Text 46"/>
          <p:cNvSpPr/>
          <p:nvPr/>
        </p:nvSpPr>
        <p:spPr>
          <a:xfrm>
            <a:off x="6364224" y="41148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/dev/null 2&gt;&amp;1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 suppressed — silent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71120"/>
          </a:solidFill>
          <a:ln/>
        </p:spPr>
      </p:sp>
      <p:sp>
        <p:nvSpPr>
          <p:cNvPr id="53" name="Text 48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IV in Cyber Security  —  Linux Log Analysis Lab</a:t>
            </a:r>
            <a:endParaRPr lang="en-US" sz="900" dirty="0"/>
          </a:p>
        </p:txBody>
      </p:sp>
      <p:sp>
        <p:nvSpPr>
          <p:cNvPr id="54" name="Text 49"/>
          <p:cNvSpPr/>
          <p:nvPr/>
        </p:nvSpPr>
        <p:spPr>
          <a:xfrm>
            <a:off x="6400800" y="4846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040E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1645920" cy="2560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Exfiltration — Two Evidence Sources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069080" cy="3291840"/>
          </a:xfrm>
          <a:prstGeom prst="rect">
            <a:avLst/>
          </a:prstGeom>
          <a:solidFill>
            <a:srgbClr val="1A294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78992"/>
            <a:ext cx="4069080" cy="347472"/>
          </a:xfrm>
          <a:prstGeom prst="rect">
            <a:avLst/>
          </a:prstGeom>
          <a:solidFill>
            <a:srgbClr val="0096C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11556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1115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 — sshd Journal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7472" y="1481328"/>
            <a:ext cx="3904488" cy="2331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572768"/>
            <a:ext cx="36850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journalctl | grep 'subsystem'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sshd-session[6100]: Starting session: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subsystem 'sftp' for labadmin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192.168.0.107 port 55312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sshd-session[6101]: Starting session: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subsystem 'sftp' for labadmin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192.168.0.107 port 55313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 (4 sessions total)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47472" y="3867912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us: file transfer happened, who, from where, when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0" y="1078992"/>
            <a:ext cx="4297680" cy="3291840"/>
          </a:xfrm>
          <a:prstGeom prst="rect">
            <a:avLst/>
          </a:prstGeom>
          <a:solidFill>
            <a:srgbClr val="1A2940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0" y="1078992"/>
            <a:ext cx="4297680" cy="347472"/>
          </a:xfrm>
          <a:prstGeom prst="rect">
            <a:avLst/>
          </a:prstGeom>
          <a:solidFill>
            <a:srgbClr val="7A600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1556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74336" y="1115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 — auditd Syscall Log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63440" y="1481328"/>
            <a:ext cx="4114800" cy="2331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73168" y="1572768"/>
            <a:ext cx="38953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ausearch -k exfil_watch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type=SYSCALL syscall=openat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success=yes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exe=/usr/bin/scp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type=PATH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name=/var/company/crm/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Q3_client_accounts.csv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nametype=NORMAL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663440" y="38679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us: exact filename accessed, by which process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71120"/>
          </a:solidFill>
          <a:ln/>
        </p:spPr>
      </p:sp>
      <p:sp>
        <p:nvSpPr>
          <p:cNvPr id="21" name="Text 17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IV in Cyber Security  —  Linux Log Analysis Lab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400800" y="4846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Investigation — 8 Tasks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75488"/>
          </a:xfrm>
          <a:prstGeom prst="rect">
            <a:avLst/>
          </a:prstGeom>
          <a:solidFill>
            <a:srgbClr val="1A29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" cy="475488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7724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8595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Bearings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886968"/>
            <a:ext cx="749808" cy="246888"/>
          </a:xfrm>
          <a:prstGeom prst="rect">
            <a:avLst/>
          </a:prstGeom>
          <a:solidFill>
            <a:srgbClr val="243450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88696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97680" y="8595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log timeframe, understand what's there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298448"/>
            <a:ext cx="8595360" cy="475488"/>
          </a:xfrm>
          <a:prstGeom prst="rect">
            <a:avLst/>
          </a:prstGeom>
          <a:solidFill>
            <a:srgbClr val="24345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298448"/>
            <a:ext cx="411480" cy="475488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29844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13807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Credential Attack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29000" y="1408176"/>
            <a:ext cx="749808" cy="246888"/>
          </a:xfrm>
          <a:prstGeom prst="rect">
            <a:avLst/>
          </a:prstGeom>
          <a:solidFill>
            <a:srgbClr val="243450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408176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97680" y="138074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jsmith brute-force — count attempts, confirm source IP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1819656"/>
            <a:ext cx="8595360" cy="475488"/>
          </a:xfrm>
          <a:prstGeom prst="rect">
            <a:avLst/>
          </a:prstGeom>
          <a:solidFill>
            <a:srgbClr val="1A29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819656"/>
            <a:ext cx="411480" cy="475488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1819656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19019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jsmith Session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29000" y="1929384"/>
            <a:ext cx="749808" cy="246888"/>
          </a:xfrm>
          <a:prstGeom prst="rect">
            <a:avLst/>
          </a:prstGeom>
          <a:solidFill>
            <a:srgbClr val="243450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1929384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97680" y="190195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foothold session, explain /etc/passwd reconnaissance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340864"/>
            <a:ext cx="8595360" cy="475488"/>
          </a:xfrm>
          <a:prstGeom prst="rect">
            <a:avLst/>
          </a:prstGeom>
          <a:solidFill>
            <a:srgbClr val="24345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340864"/>
            <a:ext cx="411480" cy="475488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340864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24231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labadmin Attack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29000" y="2450592"/>
            <a:ext cx="749808" cy="246888"/>
          </a:xfrm>
          <a:prstGeom prst="rect">
            <a:avLst/>
          </a:prstGeom>
          <a:solidFill>
            <a:srgbClr val="24345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2450592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97680" y="24231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Phase 3 brute-force, confirm lateral movement from same IP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2862072"/>
            <a:ext cx="8595360" cy="475488"/>
          </a:xfrm>
          <a:prstGeom prst="rect">
            <a:avLst/>
          </a:prstGeom>
          <a:solidFill>
            <a:srgbClr val="1A29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862072"/>
            <a:ext cx="411480" cy="475488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86207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7240" y="29443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Privilege Escalation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429000" y="2971800"/>
            <a:ext cx="749808" cy="246888"/>
          </a:xfrm>
          <a:prstGeom prst="rect">
            <a:avLst/>
          </a:prstGeom>
          <a:solidFill>
            <a:srgbClr val="24345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0" y="2971800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297680" y="29443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sudo log entry, explain why COMMAND=/bin/bash is high-severity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383280"/>
            <a:ext cx="8595360" cy="475488"/>
          </a:xfrm>
          <a:prstGeom prst="rect">
            <a:avLst/>
          </a:prstGeom>
          <a:solidFill>
            <a:srgbClr val="24345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383280"/>
            <a:ext cx="411480" cy="475488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338328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77240" y="34655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Persistence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429000" y="3493008"/>
            <a:ext cx="749808" cy="246888"/>
          </a:xfrm>
          <a:prstGeom prst="rect">
            <a:avLst/>
          </a:prstGeom>
          <a:solidFill>
            <a:srgbClr val="24345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29000" y="349300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297680" y="346557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backdoor account, wheel group addition, cron job — explain each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3904488"/>
            <a:ext cx="8595360" cy="475488"/>
          </a:xfrm>
          <a:prstGeom prst="rect">
            <a:avLst/>
          </a:prstGeom>
          <a:solidFill>
            <a:srgbClr val="1A29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3904488"/>
            <a:ext cx="411480" cy="475488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390448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77240" y="39867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Exfiltration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429000" y="4014216"/>
            <a:ext cx="749808" cy="246888"/>
          </a:xfrm>
          <a:prstGeom prst="rect">
            <a:avLst/>
          </a:prstGeom>
          <a:solidFill>
            <a:srgbClr val="24345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29000" y="4014216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297680" y="398678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sshd subsystem entries with auditd file-access records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4425696"/>
            <a:ext cx="8595360" cy="475488"/>
          </a:xfrm>
          <a:prstGeom prst="rect">
            <a:avLst/>
          </a:prstGeom>
          <a:solidFill>
            <a:srgbClr val="24345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" y="4425696"/>
            <a:ext cx="411480" cy="475488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55" name="Text 53"/>
          <p:cNvSpPr/>
          <p:nvPr/>
        </p:nvSpPr>
        <p:spPr>
          <a:xfrm>
            <a:off x="274320" y="4425696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77240" y="45079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Incident Timeline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429000" y="4535424"/>
            <a:ext cx="749808" cy="246888"/>
          </a:xfrm>
          <a:prstGeom prst="rect">
            <a:avLst/>
          </a:prstGeom>
          <a:solidFill>
            <a:srgbClr val="24345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29000" y="4535424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Intermed.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297680" y="450799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all events, map to MITRE ATT&amp;CK, write summary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71120"/>
          </a:solidFill>
          <a:ln/>
        </p:spPr>
      </p:sp>
      <p:sp>
        <p:nvSpPr>
          <p:cNvPr id="61" name="Text 59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IV in Cyber Security  —  Linux Log Analysis Lab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400800" y="4846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274320" y="868680"/>
            <a:ext cx="4754880" cy="777240"/>
          </a:xfrm>
          <a:prstGeom prst="rect">
            <a:avLst/>
          </a:prstGeom>
          <a:solidFill>
            <a:srgbClr val="1A294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868680"/>
            <a:ext cx="64008" cy="77724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24128"/>
            <a:ext cx="438912" cy="43891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60120" y="9601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tell the story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attacker action leaves a trace — your job is to find and connect them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1764792"/>
            <a:ext cx="4754880" cy="777240"/>
          </a:xfrm>
          <a:prstGeom prst="rect">
            <a:avLst/>
          </a:prstGeom>
          <a:solidFill>
            <a:srgbClr val="1A294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4320" y="1764792"/>
            <a:ext cx="64008" cy="777240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20240"/>
            <a:ext cx="438912" cy="43891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60120" y="185623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 key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log source gives the full picture — cross-reference sshd + auditd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274320" y="2660904"/>
            <a:ext cx="4754880" cy="777240"/>
          </a:xfrm>
          <a:prstGeom prst="rect">
            <a:avLst/>
          </a:prstGeom>
          <a:solidFill>
            <a:srgbClr val="1A2940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274320" y="2660904"/>
            <a:ext cx="64008" cy="777240"/>
          </a:xfrm>
          <a:prstGeom prst="rect">
            <a:avLst/>
          </a:prstGeom>
          <a:solidFill>
            <a:srgbClr val="FFD166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816352"/>
            <a:ext cx="438912" cy="43891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60120" y="2752344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matter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ports, same IP, non-standard UIDs — anomalies are your signal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274320" y="3557016"/>
            <a:ext cx="4754880" cy="777240"/>
          </a:xfrm>
          <a:prstGeom prst="rect">
            <a:avLst/>
          </a:prstGeom>
          <a:solidFill>
            <a:srgbClr val="1A294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274320" y="3557016"/>
            <a:ext cx="64008" cy="777240"/>
          </a:xfrm>
          <a:prstGeom prst="rect">
            <a:avLst/>
          </a:prstGeom>
          <a:solidFill>
            <a:srgbClr val="52B788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712464"/>
            <a:ext cx="438912" cy="43891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60120" y="364845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insight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attack techniques helps you configure better logging and alerts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30352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Coverage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5303520" y="1234440"/>
            <a:ext cx="1719072" cy="777240"/>
          </a:xfrm>
          <a:prstGeom prst="rect">
            <a:avLst/>
          </a:prstGeom>
          <a:solidFill>
            <a:srgbClr val="1A29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5303520" y="1234440"/>
            <a:ext cx="1719072" cy="4572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5" name="Text 29"/>
          <p:cNvSpPr/>
          <p:nvPr/>
        </p:nvSpPr>
        <p:spPr>
          <a:xfrm>
            <a:off x="5376672" y="1325880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T1110.001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E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Brute Force: Password Guessing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7104888" y="1234440"/>
            <a:ext cx="1719072" cy="777240"/>
          </a:xfrm>
          <a:prstGeom prst="rect">
            <a:avLst/>
          </a:prstGeom>
          <a:solidFill>
            <a:srgbClr val="1A29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104888" y="1234440"/>
            <a:ext cx="1719072" cy="4572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38" name="Text 32"/>
          <p:cNvSpPr/>
          <p:nvPr/>
        </p:nvSpPr>
        <p:spPr>
          <a:xfrm>
            <a:off x="7178040" y="1325880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T1087.001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E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 Discovery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5303520" y="2130552"/>
            <a:ext cx="1719072" cy="777240"/>
          </a:xfrm>
          <a:prstGeom prst="rect">
            <a:avLst/>
          </a:prstGeom>
          <a:solidFill>
            <a:srgbClr val="1A29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5303520" y="2130552"/>
            <a:ext cx="1719072" cy="4572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41" name="Text 35"/>
          <p:cNvSpPr/>
          <p:nvPr/>
        </p:nvSpPr>
        <p:spPr>
          <a:xfrm>
            <a:off x="5376672" y="2221992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T1078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E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 Accounts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7104888" y="2130552"/>
            <a:ext cx="1719072" cy="777240"/>
          </a:xfrm>
          <a:prstGeom prst="rect">
            <a:avLst/>
          </a:prstGeom>
          <a:solidFill>
            <a:srgbClr val="1A29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7104888" y="2130552"/>
            <a:ext cx="1719072" cy="4572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44" name="Text 38"/>
          <p:cNvSpPr/>
          <p:nvPr/>
        </p:nvSpPr>
        <p:spPr>
          <a:xfrm>
            <a:off x="7178040" y="2221992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T1548.003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E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and Sudo Caching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5303520" y="3026664"/>
            <a:ext cx="1719072" cy="777240"/>
          </a:xfrm>
          <a:prstGeom prst="rect">
            <a:avLst/>
          </a:prstGeom>
          <a:solidFill>
            <a:srgbClr val="24345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5303520" y="3026664"/>
            <a:ext cx="1719072" cy="4572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47" name="Text 41"/>
          <p:cNvSpPr/>
          <p:nvPr/>
        </p:nvSpPr>
        <p:spPr>
          <a:xfrm>
            <a:off x="5376672" y="3118104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T1136.001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E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Account: Local</a:t>
            </a:r>
            <a:endParaRPr lang="en-US" sz="950" dirty="0"/>
          </a:p>
        </p:txBody>
      </p:sp>
      <p:sp>
        <p:nvSpPr>
          <p:cNvPr id="48" name="Shape 42"/>
          <p:cNvSpPr/>
          <p:nvPr/>
        </p:nvSpPr>
        <p:spPr>
          <a:xfrm>
            <a:off x="7104888" y="3026664"/>
            <a:ext cx="1719072" cy="777240"/>
          </a:xfrm>
          <a:prstGeom prst="rect">
            <a:avLst/>
          </a:prstGeom>
          <a:solidFill>
            <a:srgbClr val="24345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7104888" y="3026664"/>
            <a:ext cx="1719072" cy="4572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50" name="Text 44"/>
          <p:cNvSpPr/>
          <p:nvPr/>
        </p:nvSpPr>
        <p:spPr>
          <a:xfrm>
            <a:off x="7178040" y="3118104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T1053.003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E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Scheduled Task: Cron</a:t>
            </a:r>
            <a:endParaRPr lang="en-US" sz="950" dirty="0"/>
          </a:p>
        </p:txBody>
      </p:sp>
      <p:sp>
        <p:nvSpPr>
          <p:cNvPr id="51" name="Shape 45"/>
          <p:cNvSpPr/>
          <p:nvPr/>
        </p:nvSpPr>
        <p:spPr>
          <a:xfrm>
            <a:off x="5303520" y="3922776"/>
            <a:ext cx="1719072" cy="777240"/>
          </a:xfrm>
          <a:prstGeom prst="rect">
            <a:avLst/>
          </a:prstGeom>
          <a:solidFill>
            <a:srgbClr val="24345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5303520" y="3922776"/>
            <a:ext cx="1719072" cy="4572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53" name="Text 47"/>
          <p:cNvSpPr/>
          <p:nvPr/>
        </p:nvSpPr>
        <p:spPr>
          <a:xfrm>
            <a:off x="5376672" y="4014216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T1005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E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from Local System</a:t>
            </a:r>
            <a:endParaRPr lang="en-US" sz="950" dirty="0"/>
          </a:p>
        </p:txBody>
      </p:sp>
      <p:sp>
        <p:nvSpPr>
          <p:cNvPr id="54" name="Shape 48"/>
          <p:cNvSpPr/>
          <p:nvPr/>
        </p:nvSpPr>
        <p:spPr>
          <a:xfrm>
            <a:off x="7104888" y="3922776"/>
            <a:ext cx="1719072" cy="777240"/>
          </a:xfrm>
          <a:prstGeom prst="rect">
            <a:avLst/>
          </a:prstGeom>
          <a:solidFill>
            <a:srgbClr val="24345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7104888" y="3922776"/>
            <a:ext cx="1719072" cy="4572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56" name="Text 50"/>
          <p:cNvSpPr/>
          <p:nvPr/>
        </p:nvSpPr>
        <p:spPr>
          <a:xfrm>
            <a:off x="7178040" y="4014216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T1048.002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EAF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Exfiltration via SCP</a:t>
            </a:r>
            <a:endParaRPr lang="en-US" sz="950" dirty="0"/>
          </a:p>
        </p:txBody>
      </p:sp>
      <p:sp>
        <p:nvSpPr>
          <p:cNvPr id="57" name="Text 5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luck with your investigation.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Log Analysis Lab — Instructor Slides</dc:title>
  <dc:subject>PptxGenJS Presentation</dc:subject>
  <dc:creator>PptxGenJS</dc:creator>
  <cp:lastModifiedBy>PptxGenJS</cp:lastModifiedBy>
  <cp:revision>1</cp:revision>
  <dcterms:created xsi:type="dcterms:W3CDTF">2026-03-08T08:41:05Z</dcterms:created>
  <dcterms:modified xsi:type="dcterms:W3CDTF">2026-03-08T08:41:05Z</dcterms:modified>
</cp:coreProperties>
</file>